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182CE"/>
                </a:solidFill>
              </a:defRPr>
            </a:pPr>
            <a:r>
              <a:t>① 가맹점 정보</a:t>
            </a:r>
          </a:p>
          <a:p>
            <a:pPr>
              <a:spcBef>
                <a:spcPts val="1000"/>
              </a:spcBef>
              <a:defRPr sz="2000">
                <a:solidFill>
                  <a:srgbClr val="111827"/>
                </a:solidFill>
              </a:defRPr>
            </a:pPr>
            <a:r>
              <a:t>(1) 상호명: 씨에이치투</a:t>
            </a:r>
          </a:p>
          <a:p>
            <a:pPr>
              <a:spcBef>
                <a:spcPts val="1000"/>
              </a:spcBef>
              <a:defRPr sz="2000">
                <a:solidFill>
                  <a:srgbClr val="111827"/>
                </a:solidFill>
              </a:defRPr>
            </a:pPr>
            <a:r>
              <a:t>(2) 사업자번호: 607-23-96932</a:t>
            </a:r>
          </a:p>
          <a:p>
            <a:pPr>
              <a:spcBef>
                <a:spcPts val="1000"/>
              </a:spcBef>
              <a:defRPr sz="2000">
                <a:solidFill>
                  <a:srgbClr val="111827"/>
                </a:solidFill>
              </a:defRPr>
            </a:pPr>
            <a:r>
              <a:t>(3) URL: https://ch2data.com/</a:t>
            </a:r>
          </a:p>
          <a:p>
            <a:pPr>
              <a:spcBef>
                <a:spcPts val="1000"/>
              </a:spcBef>
              <a:defRPr sz="2000">
                <a:solidFill>
                  <a:srgbClr val="111827"/>
                </a:solidFill>
              </a:defRPr>
            </a:pPr>
            <a:r>
              <a:t>(4) Test ID: review@ch2data.com</a:t>
            </a:r>
          </a:p>
          <a:p>
            <a:pPr>
              <a:spcBef>
                <a:spcPts val="1000"/>
              </a:spcBef>
              <a:defRPr sz="2000">
                <a:solidFill>
                  <a:srgbClr val="111827"/>
                </a:solidFill>
              </a:defRPr>
            </a:pPr>
            <a:r>
              <a:t>(5) Test PW: Ch2T0ssReview2026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82CE"/>
                </a:solidFill>
              </a:defRPr>
            </a:pPr>
            <a:r>
              <a:t>결제경로 제작 유의사항</a:t>
            </a:r>
          </a:p>
          <a:p>
            <a:pPr>
              <a:spcBef>
                <a:spcPts val="800"/>
              </a:spcBef>
              <a:defRPr sz="1600">
                <a:solidFill>
                  <a:srgbClr val="111827"/>
                </a:solidFill>
              </a:defRPr>
            </a:pPr>
            <a:r>
              <a:t>• PPT 형식으로 제작 (본 파일)</a:t>
            </a:r>
          </a:p>
          <a:p>
            <a:pPr>
              <a:spcBef>
                <a:spcPts val="800"/>
              </a:spcBef>
              <a:defRPr sz="1600">
                <a:solidFill>
                  <a:srgbClr val="111827"/>
                </a:solidFill>
              </a:defRPr>
            </a:pPr>
            <a:r>
              <a:t>• 캡처 화면에 URL을 슬라이드 하단에 표기</a:t>
            </a:r>
          </a:p>
          <a:p>
            <a:pPr>
              <a:spcBef>
                <a:spcPts val="800"/>
              </a:spcBef>
              <a:defRPr sz="1600">
                <a:solidFill>
                  <a:srgbClr val="111827"/>
                </a:solidFill>
              </a:defRPr>
            </a:pPr>
            <a:r>
              <a:t>• 무형상품(월 구독 SaaS) — CH2 Macro / Macro+FieldNote</a:t>
            </a:r>
          </a:p>
          <a:p>
            <a:pPr>
              <a:spcBef>
                <a:spcPts val="800"/>
              </a:spcBef>
              <a:defRPr sz="1600">
                <a:solidFill>
                  <a:srgbClr val="111827"/>
                </a:solidFill>
              </a:defRPr>
            </a:pPr>
            <a:r>
              <a:t>• 로그인 후 구매 — 심사용 이메일·비밀번호 계정 제공</a:t>
            </a:r>
          </a:p>
          <a:p>
            <a:pPr>
              <a:spcBef>
                <a:spcPts val="800"/>
              </a:spcBef>
              <a:defRPr sz="1600">
                <a:solidFill>
                  <a:srgbClr val="111827"/>
                </a:solidFill>
              </a:defRPr>
            </a:pPr>
            <a:r>
              <a:t>• 테스트 결제창 연동 가능 (토스 키 심사 후 활성화)</a:t>
            </a:r>
          </a:p>
          <a:p>
            <a:pPr>
              <a:spcBef>
                <a:spcPts val="800"/>
              </a:spcBef>
              <a:defRPr sz="1600">
                <a:solidFill>
                  <a:srgbClr val="111827"/>
                </a:solidFill>
              </a:defRPr>
            </a:pPr>
            <a:r>
              <a:t>• 비씨카드 인증 화면은 실제 결제 테스트 시 추가 캡처 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182CE"/>
                </a:solidFill>
              </a:defRPr>
            </a:pPr>
            <a:r>
              <a:t>② 하단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홈페이지 하단 사업자 정보 (캡처 시각: 2026-10-01 10:36)</a:t>
            </a:r>
          </a:p>
        </p:txBody>
      </p:sp>
      <p:pic>
        <p:nvPicPr>
          <p:cNvPr id="4" name="Picture 3" descr="02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46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URL: https://ch2data.com/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182CE"/>
                </a:solidFill>
              </a:defRPr>
            </a:pPr>
            <a:r>
              <a:t>③ 환불규정 (무형상품)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디지털 콘텐츠 월 구독 환불 정책</a:t>
            </a:r>
          </a:p>
        </p:txBody>
      </p:sp>
      <p:pic>
        <p:nvPicPr>
          <p:cNvPr id="4" name="Picture 3" descr="03_re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9709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URL: https://ch2data.com/refund/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182CE"/>
                </a:solidFill>
              </a:defRPr>
            </a:pPr>
            <a:r>
              <a:t>④ 로그인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심사용 이메일·비밀번호 로그인 (구독 페이지)</a:t>
            </a:r>
          </a:p>
        </p:txBody>
      </p:sp>
      <p:pic>
        <p:nvPicPr>
          <p:cNvPr id="4" name="Picture 3" descr="05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5791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URL: https://ch2data.com/subscribe/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182CE"/>
                </a:solidFill>
              </a:defRPr>
            </a:pPr>
            <a:r>
              <a:t>⑤ 상품·요금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구독 상품명·금액·설명</a:t>
            </a:r>
          </a:p>
        </p:txBody>
      </p:sp>
      <p:pic>
        <p:nvPicPr>
          <p:cNvPr id="4" name="Picture 3" descr="04_subscri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8831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URL: https://ch2data.com/subscription/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182CE"/>
                </a:solidFill>
              </a:defRPr>
            </a:pPr>
            <a:r>
              <a:t>⑤ 구매 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로그인 후 상품 선택·결제 수단 선택</a:t>
            </a:r>
          </a:p>
        </p:txBody>
      </p:sp>
      <p:pic>
        <p:nvPicPr>
          <p:cNvPr id="4" name="Picture 3" descr="06_subscribe_logged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46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URL: https://ch2data.com/subscribe/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182CE"/>
                </a:solidFill>
              </a:defRPr>
            </a:pPr>
            <a:r>
              <a:t>⑥ 카드 결제경로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카드 결제 버튼 클릭 후 결제창 (테스트 키 미활성 시 동일 화면)</a:t>
            </a:r>
          </a:p>
        </p:txBody>
      </p:sp>
      <p:pic>
        <p:nvPicPr>
          <p:cNvPr id="4" name="Picture 3" descr="06_subscribe_logged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46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URL: https://ch2data.com/subscribe/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