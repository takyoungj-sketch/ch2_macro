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182CE"/>
                </a:solidFill>
              </a:defRPr>
            </a:pPr>
            <a:r>
              <a:t>① 가맹점 정보</a:t>
            </a:r>
          </a:p>
          <a:p>
            <a:pPr>
              <a:spcBef>
                <a:spcPts val="800"/>
              </a:spcBef>
              <a:defRPr sz="2000">
                <a:solidFill>
                  <a:srgbClr val="111827"/>
                </a:solidFill>
              </a:defRPr>
            </a:pPr>
            <a:r>
              <a:t>(1) 상호명: 씨에이치투</a:t>
            </a:r>
          </a:p>
          <a:p>
            <a:pPr>
              <a:spcBef>
                <a:spcPts val="800"/>
              </a:spcBef>
              <a:defRPr sz="2000">
                <a:solidFill>
                  <a:srgbClr val="111827"/>
                </a:solidFill>
              </a:defRPr>
            </a:pPr>
            <a:r>
              <a:t>(2) 사업자번호: 607-23-96932</a:t>
            </a:r>
          </a:p>
          <a:p>
            <a:pPr>
              <a:spcBef>
                <a:spcPts val="800"/>
              </a:spcBef>
              <a:defRPr sz="2000">
                <a:solidFill>
                  <a:srgbClr val="111827"/>
                </a:solidFill>
              </a:defRPr>
            </a:pPr>
            <a:r>
              <a:t>(3) URL: https://ch2data.com/</a:t>
            </a:r>
          </a:p>
          <a:p>
            <a:pPr>
              <a:spcBef>
                <a:spcPts val="800"/>
              </a:spcBef>
              <a:defRPr sz="2000">
                <a:solidFill>
                  <a:srgbClr val="111827"/>
                </a:solidFill>
              </a:defRPr>
            </a:pPr>
            <a:r>
              <a:t>(4) Test ID: review@ch2data.com</a:t>
            </a:r>
          </a:p>
          <a:p>
            <a:pPr>
              <a:spcBef>
                <a:spcPts val="800"/>
              </a:spcBef>
              <a:defRPr sz="2000">
                <a:solidFill>
                  <a:srgbClr val="111827"/>
                </a:solidFill>
              </a:defRPr>
            </a:pPr>
            <a:r>
              <a:t>(5) Test PW: (VPS PLATFORM_REVIEW_PASSWORD)</a:t>
            </a:r>
          </a:p>
          <a:p>
            <a:pPr>
              <a:spcBef>
                <a:spcPts val="800"/>
              </a:spcBef>
              <a:defRPr sz="1800">
                <a:solidFill>
                  <a:srgbClr val="111827"/>
                </a:solidFill>
              </a:defRPr>
            </a:pPr>
            <a:r>
              <a:t>(6) MID: ch2datoe5e (API 개별 연동 · 테스트 키)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863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182CE"/>
                </a:solidFill>
              </a:defRPr>
            </a:pPr>
            <a:r>
              <a:t>결제경로 유의사항</a:t>
            </a:r>
          </a:p>
          <a:p>
            <a:pPr>
              <a:spcBef>
                <a:spcPts val="800"/>
              </a:spcBef>
              <a:defRPr sz="1600">
                <a:solidFill>
                  <a:srgbClr val="111827"/>
                </a:solidFill>
              </a:defRPr>
            </a:pPr>
            <a:r>
              <a:t>• 월 구독 SaaS (Macro / Macro+FieldNote) — 무형상품</a:t>
            </a:r>
          </a:p>
          <a:p>
            <a:pPr>
              <a:spcBef>
                <a:spcPts val="800"/>
              </a:spcBef>
              <a:defRPr sz="1600">
                <a:solidFill>
                  <a:srgbClr val="111827"/>
                </a:solidFill>
              </a:defRPr>
            </a:pPr>
            <a:r>
              <a:t>• 테스트 키 연동 · 카드 결제창(심사용) 캡처 포함</a:t>
            </a:r>
          </a:p>
          <a:p>
            <a:pPr>
              <a:spcBef>
                <a:spcPts val="800"/>
              </a:spcBef>
              <a:defRPr sz="1600">
                <a:solidFill>
                  <a:srgbClr val="111827"/>
                </a:solidFill>
              </a:defRPr>
            </a:pPr>
            <a:r>
              <a:t>• 운영: 카드 자동결제(빌링) — 가맹 빌링 계약 후 활성화</a:t>
            </a:r>
          </a:p>
          <a:p>
            <a:pPr>
              <a:spcBef>
                <a:spcPts val="800"/>
              </a:spcBef>
              <a:defRPr sz="1600">
                <a:solidFill>
                  <a:srgbClr val="111827"/>
                </a:solidFill>
              </a:defRPr>
            </a:pPr>
            <a:r>
              <a:t>• 각 슬라이드 하단 URL: https://ch2data.com/subscribe/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182CE"/>
                </a:solidFill>
              </a:defRPr>
            </a:pPr>
            <a:r>
              <a:t>② 하단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홈페이지 하단 사업자 정보</a:t>
            </a:r>
          </a:p>
        </p:txBody>
      </p:sp>
      <p:pic>
        <p:nvPicPr>
          <p:cNvPr id="4" name="Picture 3" descr="02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8503920" cy="56388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URL: https://ch2data.com/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182CE"/>
                </a:solidFill>
              </a:defRPr>
            </a:pPr>
            <a:r>
              <a:t>③ 환불규정 (무형상품)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디지털 콘텐츠 월 구독 환불 정책</a:t>
            </a:r>
          </a:p>
        </p:txBody>
      </p:sp>
      <p:pic>
        <p:nvPicPr>
          <p:cNvPr id="4" name="Picture 3" descr="03_re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8503920" cy="57135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URL: https://ch2data.com/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182CE"/>
                </a:solidFill>
              </a:defRPr>
            </a:pPr>
            <a:r>
              <a:t>④ 로그인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심사용 이메일·비밀번호 로그인</a:t>
            </a:r>
          </a:p>
        </p:txBody>
      </p:sp>
      <p:pic>
        <p:nvPicPr>
          <p:cNvPr id="4" name="Picture 3" descr="04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8503920" cy="5464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URL: https://ch2data.com/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182CE"/>
                </a:solidFill>
              </a:defRPr>
            </a:pPr>
            <a:r>
              <a:t>⑤ 구독 정책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상품·요금·무료 체험</a:t>
            </a:r>
          </a:p>
        </p:txBody>
      </p:sp>
      <p:pic>
        <p:nvPicPr>
          <p:cNvPr id="4" name="Picture 3" descr="05_subscription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8503920" cy="5406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URL: https://ch2data.com/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182CE"/>
                </a:solidFill>
              </a:defRPr>
            </a:pPr>
            <a:r>
              <a:t>⑤ 구독 정책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제품 추가·해제·결제 채널·해지</a:t>
            </a:r>
          </a:p>
        </p:txBody>
      </p:sp>
      <p:pic>
        <p:nvPicPr>
          <p:cNvPr id="4" name="Picture 3" descr="05_subscription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8503920" cy="5447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URL: https://ch2data.com/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182CE"/>
                </a:solidFill>
              </a:defRPr>
            </a:pPr>
            <a:r>
              <a:t>⑤ 구매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로그인 후 구독 페이지 (카드 결제창·심사용)</a:t>
            </a:r>
          </a:p>
        </p:txBody>
      </p:sp>
      <p:pic>
        <p:nvPicPr>
          <p:cNvPr id="4" name="Picture 3" descr="06_sub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8503920" cy="57932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URL: https://ch2data.com/subscribe/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182CE"/>
                </a:solidFill>
              </a:defRPr>
            </a:pPr>
            <a:r>
              <a:t>⑥ 카드 결제경로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테스트 키 · 카드 결제창(심사용) → 토스 결제창 (실제 결제 없음)</a:t>
            </a:r>
          </a:p>
        </p:txBody>
      </p:sp>
      <p:pic>
        <p:nvPicPr>
          <p:cNvPr id="4" name="Picture 3" descr="07_paymen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060" y="960120"/>
            <a:ext cx="5527879" cy="5806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412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URL: https://ch2data.com/subscribe/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