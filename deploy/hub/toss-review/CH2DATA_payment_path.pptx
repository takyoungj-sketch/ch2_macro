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82CE"/>
                </a:solidFill>
              </a:defRPr>
            </a:pPr>
            <a:r>
              <a:t>① 가맹점 정보</a:t>
            </a:r>
          </a:p>
          <a:p>
            <a:pPr>
              <a:spcBef>
                <a:spcPts val="1000"/>
              </a:spcBef>
              <a:defRPr sz="2000">
                <a:solidFill>
                  <a:srgbClr val="111827"/>
                </a:solidFill>
              </a:defRPr>
            </a:pPr>
            <a:r>
              <a:t>(1) 상호명: 씨에이치투</a:t>
            </a:r>
          </a:p>
          <a:p>
            <a:pPr>
              <a:spcBef>
                <a:spcPts val="1000"/>
              </a:spcBef>
              <a:defRPr sz="2000">
                <a:solidFill>
                  <a:srgbClr val="111827"/>
                </a:solidFill>
              </a:defRPr>
            </a:pPr>
            <a:r>
              <a:t>(2) 사업자번호: 607-23-96932</a:t>
            </a:r>
          </a:p>
          <a:p>
            <a:pPr>
              <a:spcBef>
                <a:spcPts val="1000"/>
              </a:spcBef>
              <a:defRPr sz="2000">
                <a:solidFill>
                  <a:srgbClr val="111827"/>
                </a:solidFill>
              </a:defRPr>
            </a:pPr>
            <a:r>
              <a:t>(3) URL: https://ch2data.com/</a:t>
            </a:r>
          </a:p>
          <a:p>
            <a:pPr>
              <a:spcBef>
                <a:spcPts val="1000"/>
              </a:spcBef>
              <a:defRPr sz="2000">
                <a:solidFill>
                  <a:srgbClr val="111827"/>
                </a:solidFill>
              </a:defRPr>
            </a:pPr>
            <a:r>
              <a:t>(4) Test ID: review@ch2data.com</a:t>
            </a:r>
          </a:p>
          <a:p>
            <a:pPr>
              <a:spcBef>
                <a:spcPts val="1000"/>
              </a:spcBef>
              <a:defRPr sz="2000">
                <a:solidFill>
                  <a:srgbClr val="111827"/>
                </a:solidFill>
              </a:defRPr>
            </a:pPr>
            <a:r>
              <a:t>(5) Test PW: Ch2T0ssReview2026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82CE"/>
                </a:solidFill>
              </a:defRPr>
            </a:pPr>
            <a:r>
              <a:t>② 하단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홈페이지 하단 사업자 정보</a:t>
            </a:r>
          </a:p>
        </p:txBody>
      </p:sp>
      <p:pic>
        <p:nvPicPr>
          <p:cNvPr id="4" name="Picture 3" descr="02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56388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82CE"/>
                </a:solidFill>
              </a:defRPr>
            </a:pPr>
            <a:r>
              <a:t>③ 환불규정 (무형상품)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디지털 콘텐츠 월 구독 환불 정책</a:t>
            </a:r>
          </a:p>
        </p:txBody>
      </p:sp>
      <p:pic>
        <p:nvPicPr>
          <p:cNvPr id="4" name="Picture 3" descr="03_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57135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82CE"/>
                </a:solidFill>
              </a:defRPr>
            </a:pPr>
            <a:r>
              <a:t>④ 로그인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심사용 이메일·비밀번호 로그인</a:t>
            </a:r>
          </a:p>
        </p:txBody>
      </p:sp>
      <p:pic>
        <p:nvPicPr>
          <p:cNvPr id="4" name="Picture 3" descr="04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5464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82CE"/>
                </a:solidFill>
              </a:defRPr>
            </a:pPr>
            <a:r>
              <a:t>⑤ 구독 정책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상품·요금·무료 체험</a:t>
            </a:r>
          </a:p>
        </p:txBody>
      </p:sp>
      <p:pic>
        <p:nvPicPr>
          <p:cNvPr id="4" name="Picture 3" descr="05_subscrip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5406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82CE"/>
                </a:solidFill>
              </a:defRPr>
            </a:pPr>
            <a:r>
              <a:t>⑤ 구독 정책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제품 추가·해제·결제 채널·해지</a:t>
            </a:r>
          </a:p>
        </p:txBody>
      </p:sp>
      <p:pic>
        <p:nvPicPr>
          <p:cNvPr id="4" name="Picture 3" descr="05_subscriptio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54478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182CE"/>
                </a:solidFill>
              </a:defRPr>
            </a:pPr>
            <a:r>
              <a:t>⑤ 구매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로그인 후 상품·금액·결제 수단 선택</a:t>
            </a:r>
          </a:p>
        </p:txBody>
      </p:sp>
      <p:pic>
        <p:nvPicPr>
          <p:cNvPr id="4" name="Picture 3" descr="06_subscri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5456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82CE"/>
                </a:solidFill>
              </a:defRPr>
            </a:pPr>
            <a:r>
              <a:t>⑥ 카드 결제경로</a:t>
            </a:r>
          </a:p>
          <a:p>
            <a:pPr>
              <a:spcBef>
                <a:spcPts val="1000"/>
              </a:spcBef>
              <a:defRPr sz="1600">
                <a:solidFill>
                  <a:srgbClr val="111827"/>
                </a:solidFill>
              </a:defRPr>
            </a:pPr>
            <a:r>
              <a:t>토스 상점 키 심사 전에는 실제 결제창 캡처가 어렵습니다.</a:t>
            </a:r>
          </a:p>
          <a:p>
            <a:pPr>
              <a:spcBef>
                <a:spcPts val="1000"/>
              </a:spcBef>
              <a:defRPr sz="1600">
                <a:solidFill>
                  <a:srgbClr val="111827"/>
                </a:solidFill>
              </a:defRPr>
            </a:pPr>
            <a:r>
              <a:t>현재 구독 페이지에서 카드·카카오페이 버튼은 '준비 중' 상태입니다.</a:t>
            </a:r>
          </a:p>
          <a:p>
            <a:pPr>
              <a:spcBef>
                <a:spcPts val="1000"/>
              </a:spcBef>
              <a:defRPr sz="1600">
                <a:solidFill>
                  <a:srgbClr val="111827"/>
                </a:solidFill>
              </a:defRPr>
            </a:pPr>
            <a:r>
              <a:t>심사·키 발급 후 결제창 캡처를 추가 제출할 수 있습니다.</a:t>
            </a:r>
          </a:p>
          <a:p>
            <a:pPr>
              <a:spcBef>
                <a:spcPts val="1000"/>
              </a:spcBef>
              <a:defRPr sz="1600">
                <a:solidFill>
                  <a:srgbClr val="111827"/>
                </a:solidFill>
              </a:defRPr>
            </a:pPr>
            <a:r>
              <a:t>토스 가이드: 테스트 결제창 연동 시 심사 가능</a:t>
            </a:r>
          </a:p>
          <a:p>
            <a:pPr>
              <a:spcBef>
                <a:spcPts val="1000"/>
              </a:spcBef>
              <a:defRPr sz="1600">
                <a:solidFill>
                  <a:srgbClr val="111827"/>
                </a:solidFill>
              </a:defRPr>
            </a:pPr>
            <a:r>
              <a:t>https://docs.tosspayments.com/preview/1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